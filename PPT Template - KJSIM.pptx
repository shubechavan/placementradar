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7" r:id="rId3"/>
    <p:sldId id="2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B7202E"/>
    <a:srgbClr val="B7242A"/>
    <a:srgbClr val="B6202E"/>
    <a:srgbClr val="ED1C24"/>
    <a:srgbClr val="231F20"/>
    <a:srgbClr val="FFCB05"/>
    <a:srgbClr val="B5202E"/>
    <a:srgbClr val="603312"/>
    <a:srgbClr val="F58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>
      <p:cViewPr varScale="1">
        <p:scale>
          <a:sx n="31" d="100"/>
          <a:sy n="31" d="100"/>
        </p:scale>
        <p:origin x="62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29E15-13B4-4F06-868B-150720423955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FD6E2-E41B-49CA-8B5B-7ECA25710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3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76302-E70E-492D-90ED-C42903430BD7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F5E98-26F4-40A6-B719-BC904029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362200"/>
            <a:ext cx="609600" cy="4495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810001" y="6553201"/>
            <a:ext cx="2411756" cy="30479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6553200"/>
            <a:ext cx="3810000" cy="304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FD2F6F-6359-4501-95F7-06827D3779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722" y="193931"/>
            <a:ext cx="2577078" cy="644269"/>
          </a:xfrm>
          <a:prstGeom prst="rect">
            <a:avLst/>
          </a:prstGeom>
        </p:spPr>
      </p:pic>
      <p:pic>
        <p:nvPicPr>
          <p:cNvPr id="9" name="Picture 2" descr="C:\Users\Dell\Desktop\Logos\Somaiya Trus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228600"/>
            <a:ext cx="753883" cy="56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9144000" cy="1096962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6200"/>
            <a:ext cx="11036300" cy="478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48947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547771" y="6553201"/>
            <a:ext cx="673985" cy="304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553199"/>
            <a:ext cx="3581400" cy="304801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76200"/>
            <a:ext cx="9182100" cy="1096962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500" y="1291266"/>
            <a:ext cx="5219700" cy="4855534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6300" y="1291266"/>
            <a:ext cx="5219700" cy="4855534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547771" y="6553201"/>
            <a:ext cx="673985" cy="304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5556736" cy="304800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3810001" y="6553201"/>
            <a:ext cx="2411756" cy="30479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6553200"/>
            <a:ext cx="3810000" cy="304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76200"/>
            <a:ext cx="9182100" cy="1096962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4500" y="1282700"/>
            <a:ext cx="5124190" cy="85819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4500" y="2170112"/>
            <a:ext cx="5124190" cy="3904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6710" y="1282700"/>
            <a:ext cx="5124190" cy="85819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6710" y="2170112"/>
            <a:ext cx="5124190" cy="3904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5547771" y="6553201"/>
            <a:ext cx="673985" cy="304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6553200"/>
            <a:ext cx="5556736" cy="304800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3810001" y="6553201"/>
            <a:ext cx="2411756" cy="30479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6553200"/>
            <a:ext cx="3810000" cy="304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76200"/>
            <a:ext cx="9105900" cy="1096962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362200"/>
            <a:ext cx="609600" cy="4495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10001" y="6553201"/>
            <a:ext cx="2411756" cy="30479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3810000" cy="304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D2F6F-6359-4501-95F7-06827D3779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722" y="193931"/>
            <a:ext cx="2577078" cy="6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76200"/>
            <a:ext cx="9182100" cy="1096962"/>
          </a:xfrm>
          <a:prstGeom prst="rect">
            <a:avLst/>
          </a:prstGeom>
        </p:spPr>
        <p:txBody>
          <a:bodyPr anchor="b"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4500" y="1371600"/>
            <a:ext cx="4572000" cy="47674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0048" y="1371599"/>
            <a:ext cx="5686552" cy="47746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76200"/>
            <a:ext cx="9105900" cy="1096962"/>
          </a:xfrm>
          <a:prstGeom prst="rect">
            <a:avLst/>
          </a:prstGeom>
        </p:spPr>
        <p:txBody>
          <a:bodyPr anchor="b"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800" y="1320799"/>
            <a:ext cx="3594100" cy="48372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133971" y="1333499"/>
            <a:ext cx="6841776" cy="4864101"/>
          </a:xfrm>
          <a:prstGeom prst="rect">
            <a:avLst/>
          </a:prstGeo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547771" y="6553201"/>
            <a:ext cx="673985" cy="304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5556736" cy="304800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76200"/>
            <a:ext cx="9182100" cy="1096962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4500" y="1346200"/>
            <a:ext cx="11277600" cy="47879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  <a:prstGeom prst="rect">
            <a:avLst/>
          </a:prstGeom>
        </p:spPr>
        <p:txBody>
          <a:bodyPr vert="eaVert"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2362200"/>
            <a:ext cx="609600" cy="4495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810001" y="6553201"/>
            <a:ext cx="2411756" cy="30479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6553200"/>
            <a:ext cx="3810000" cy="304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(sh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AFB771EE-5FE8-4675-B823-C10E798A78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7083"/>
          </a:xfrm>
          <a:prstGeom prst="rect">
            <a:avLst/>
          </a:prstGeom>
        </p:spPr>
        <p:txBody>
          <a:bodyPr lIns="121899" tIns="60949" rIns="121899" bIns="60949"/>
          <a:lstStyle/>
          <a:p>
            <a:r>
              <a:rPr lang="en-GB" noProof="0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3F108E-47F6-4444-9CEE-D7CA1355338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20000" y="1823437"/>
            <a:ext cx="5040000" cy="4318667"/>
          </a:xfrm>
          <a:prstGeom prst="rect">
            <a:avLst/>
          </a:prstGeom>
        </p:spPr>
        <p:txBody>
          <a:bodyPr lIns="121899" tIns="60949" rIns="121899" bIns="60949"/>
          <a:lstStyle>
            <a:lvl1pPr marL="335941" indent="-335941">
              <a:lnSpc>
                <a:spcPct val="85000"/>
              </a:lnSpc>
              <a:spcAft>
                <a:spcPts val="1066"/>
              </a:spcAft>
              <a:tabLst>
                <a:tab pos="335941" algn="l"/>
              </a:tabLst>
              <a:defRPr sz="2100" b="1" i="0" cap="none" spc="-13" baseline="0">
                <a:latin typeface="+mj-lt"/>
              </a:defRPr>
            </a:lvl1pPr>
            <a:lvl2pPr marL="335941" indent="-335941">
              <a:lnSpc>
                <a:spcPct val="85000"/>
              </a:lnSpc>
              <a:spcAft>
                <a:spcPts val="2133"/>
              </a:spcAft>
              <a:buNone/>
              <a:tabLst>
                <a:tab pos="335941" algn="l"/>
              </a:tabLst>
              <a:defRPr sz="2100" b="0" spc="-13" baseline="0">
                <a:latin typeface="+mn-lt"/>
              </a:defRPr>
            </a:lvl2pPr>
            <a:lvl3pPr marL="287950" indent="-287950">
              <a:lnSpc>
                <a:spcPct val="85000"/>
              </a:lnSpc>
              <a:spcAft>
                <a:spcPts val="8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100" spc="-13" baseline="0"/>
            </a:lvl3pPr>
            <a:lvl4pPr marL="575899" indent="-287950">
              <a:lnSpc>
                <a:spcPct val="85000"/>
              </a:lnSpc>
              <a:spcAft>
                <a:spcPts val="8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100" spc="-13" baseline="0"/>
            </a:lvl4pPr>
            <a:lvl5pPr marL="575899" indent="-287950">
              <a:lnSpc>
                <a:spcPct val="85000"/>
              </a:lnSpc>
              <a:spcAft>
                <a:spcPts val="8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2100" baseline="0"/>
            </a:lvl5pPr>
          </a:lstStyle>
          <a:p>
            <a:pPr lvl="0"/>
            <a:r>
              <a:rPr lang="en-GB" noProof="0" dirty="0"/>
              <a:t>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EF42BF-89DD-468F-B45A-033C7392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51829"/>
            <a:ext cx="5040000" cy="959704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3200" b="1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9A380C8-1202-4543-8D75-F60840F598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0000" y="6310052"/>
            <a:ext cx="4560000" cy="143889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lnSpc>
                <a:spcPct val="100000"/>
              </a:lnSpc>
              <a:spcAft>
                <a:spcPts val="0"/>
              </a:spcAft>
              <a:defRPr sz="1100" b="1" i="0" cap="all" spc="0" baseline="0">
                <a:latin typeface="+mj-lt"/>
              </a:defRPr>
            </a:lvl1pPr>
            <a:lvl2pPr>
              <a:defRPr sz="1100" b="1" i="0" cap="all" baseline="0">
                <a:latin typeface="+mj-lt"/>
              </a:defRPr>
            </a:lvl2pPr>
            <a:lvl3pPr>
              <a:defRPr sz="1100" b="1" i="0" cap="all" baseline="0">
                <a:latin typeface="+mj-lt"/>
              </a:defRPr>
            </a:lvl3pPr>
            <a:lvl4pPr>
              <a:defRPr sz="1100" b="1" i="0" cap="all" baseline="0">
                <a:latin typeface="+mj-lt"/>
              </a:defRPr>
            </a:lvl4pPr>
            <a:lvl5pPr>
              <a:defRPr sz="1100" b="1" i="0" cap="all" baseline="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6" y="6535299"/>
            <a:ext cx="79948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86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6253131" y="6519446"/>
            <a:ext cx="465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rPr>
              <a:t>K J Somaiya</a:t>
            </a:r>
            <a:r>
              <a:rPr lang="en-US" sz="1600" baseline="0" dirty="0">
                <a:solidFill>
                  <a:srgbClr val="58595B"/>
                </a:solidFill>
                <a:latin typeface="Fira Sans" pitchFamily="34" charset="0"/>
                <a:ea typeface="Fira Sans" pitchFamily="34" charset="0"/>
              </a:rPr>
              <a:t> Institute of Management, India</a:t>
            </a:r>
            <a:endParaRPr lang="en-US" sz="1600" dirty="0">
              <a:solidFill>
                <a:srgbClr val="58595B"/>
              </a:solidFill>
              <a:latin typeface="Fira Sans" pitchFamily="34" charset="0"/>
              <a:ea typeface="Fira Sans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D2F6F-6359-4501-95F7-06827D37793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722" y="193931"/>
            <a:ext cx="2577078" cy="644269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2362200"/>
            <a:ext cx="609600" cy="4495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810001" y="6553201"/>
            <a:ext cx="2411756" cy="30479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6553200"/>
            <a:ext cx="3810000" cy="304799"/>
          </a:xfrm>
          <a:prstGeom prst="rect">
            <a:avLst/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B7202E"/>
          </a:solidFill>
          <a:latin typeface="Marcellus" pitchFamily="34" charset="0"/>
          <a:ea typeface="Fira Sans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rgbClr val="58595B"/>
          </a:solidFill>
          <a:latin typeface="Fira Sans" pitchFamily="34" charset="0"/>
          <a:ea typeface="Fira Sans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rgbClr val="58595B"/>
          </a:solidFill>
          <a:latin typeface="Fira Sans" pitchFamily="34" charset="0"/>
          <a:ea typeface="Fira Sans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rgbClr val="58595B"/>
          </a:solidFill>
          <a:latin typeface="Fira Sans" pitchFamily="34" charset="0"/>
          <a:ea typeface="Fira Sans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rgbClr val="58595B"/>
          </a:solidFill>
          <a:latin typeface="Fira Sans" pitchFamily="34" charset="0"/>
          <a:ea typeface="Fira Sans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rgbClr val="58595B"/>
          </a:solidFill>
          <a:latin typeface="Fira Sans" pitchFamily="34" charset="0"/>
          <a:ea typeface="Fira Sans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7487" y="1524000"/>
            <a:ext cx="6096000" cy="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810000" y="9144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84743" y="1083676"/>
            <a:ext cx="449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7242A"/>
                </a:solidFill>
                <a:latin typeface="+mj-lt"/>
              </a:rPr>
              <a:t>Title goes here</a:t>
            </a:r>
            <a:endParaRPr lang="en-IN" sz="4800" b="1" dirty="0">
              <a:solidFill>
                <a:srgbClr val="B724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97486" y="3352800"/>
            <a:ext cx="5670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58595B"/>
                </a:solidFill>
              </a:rPr>
              <a:t>Subtitle goes here</a:t>
            </a:r>
            <a:endParaRPr lang="en-IN" sz="2400" dirty="0">
              <a:solidFill>
                <a:srgbClr val="58595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294" y="6096000"/>
            <a:ext cx="1862667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8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7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330150" y="2438400"/>
            <a:ext cx="563487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rgbClr val="C00000"/>
                </a:solidFill>
                <a:latin typeface="+mj-lt"/>
                <a:ea typeface="Fira Sans" pitchFamily="34" charset="0"/>
                <a:cs typeface="Arial" pitchFamily="34" charset="0"/>
              </a:rPr>
              <a:t>Thank You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601" y="5515464"/>
            <a:ext cx="390373" cy="3903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691" y="5490587"/>
            <a:ext cx="440126" cy="4401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909" y="5508388"/>
            <a:ext cx="404525" cy="404525"/>
          </a:xfrm>
          <a:prstGeom prst="rect">
            <a:avLst/>
          </a:prstGeom>
          <a:solidFill>
            <a:srgbClr val="B6202E">
              <a:alpha val="0"/>
            </a:srgbClr>
          </a:solidFill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917" y="5516680"/>
            <a:ext cx="387941" cy="3879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833" y="5486400"/>
            <a:ext cx="448502" cy="448502"/>
          </a:xfrm>
          <a:prstGeom prst="rect">
            <a:avLst/>
          </a:prstGeom>
          <a:solidFill>
            <a:srgbClr val="B6202E">
              <a:alpha val="0"/>
            </a:srgbClr>
          </a:solidFill>
        </p:spPr>
      </p:pic>
      <p:sp>
        <p:nvSpPr>
          <p:cNvPr id="11" name="Rectangle 10"/>
          <p:cNvSpPr/>
          <p:nvPr/>
        </p:nvSpPr>
        <p:spPr>
          <a:xfrm>
            <a:off x="5026127" y="5029200"/>
            <a:ext cx="2135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Fira Sans" pitchFamily="34" charset="0"/>
                <a:ea typeface="Fira Sans" pitchFamily="34" charset="0"/>
              </a:rPr>
              <a:t>simsr.somaiya.edu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9550"/>
            <a:ext cx="1636889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35042"/>
      </p:ext>
    </p:extLst>
  </p:cSld>
  <p:clrMapOvr>
    <a:masterClrMapping/>
  </p:clrMapOvr>
</p:sld>
</file>

<file path=ppt/theme/theme1.xml><?xml version="1.0" encoding="utf-8"?>
<a:theme xmlns:a="http://schemas.openxmlformats.org/drawingml/2006/main" name="K J Somaiya Institute of Management PPT">
  <a:themeElements>
    <a:clrScheme name="Somaiya Brand Gudielines Colours">
      <a:dk1>
        <a:srgbClr val="231F20"/>
      </a:dk1>
      <a:lt1>
        <a:sysClr val="window" lastClr="FFFFFF"/>
      </a:lt1>
      <a:dk2>
        <a:srgbClr val="231F20"/>
      </a:dk2>
      <a:lt2>
        <a:srgbClr val="FFFFFF"/>
      </a:lt2>
      <a:accent1>
        <a:srgbClr val="B7202E"/>
      </a:accent1>
      <a:accent2>
        <a:srgbClr val="58595B"/>
      </a:accent2>
      <a:accent3>
        <a:srgbClr val="ED1C24"/>
      </a:accent3>
      <a:accent4>
        <a:srgbClr val="231F20"/>
      </a:accent4>
      <a:accent5>
        <a:srgbClr val="FDCB05"/>
      </a:accent5>
      <a:accent6>
        <a:srgbClr val="F58220"/>
      </a:accent6>
      <a:hlink>
        <a:srgbClr val="B7202E"/>
      </a:hlink>
      <a:folHlink>
        <a:srgbClr val="58595B"/>
      </a:folHlink>
    </a:clrScheme>
    <a:fontScheme name="Somaiya Vidyavihar Brand Fonts">
      <a:majorFont>
        <a:latin typeface="Marcellus"/>
        <a:ea typeface=""/>
        <a:cs typeface=""/>
      </a:majorFont>
      <a:minorFont>
        <a:latin typeface="Fira Sans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15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Fira Sans</vt:lpstr>
      <vt:lpstr>Marcellus</vt:lpstr>
      <vt:lpstr>Wingdings</vt:lpstr>
      <vt:lpstr>K J Somaiya Institute of Management PPT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APD</dc:creator>
  <cp:lastModifiedBy>Sushma Gurav</cp:lastModifiedBy>
  <cp:revision>67</cp:revision>
  <dcterms:created xsi:type="dcterms:W3CDTF">2020-05-25T10:48:33Z</dcterms:created>
  <dcterms:modified xsi:type="dcterms:W3CDTF">2024-08-26T06:57:46Z</dcterms:modified>
</cp:coreProperties>
</file>